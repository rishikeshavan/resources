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c4e07dad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c4e07dad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2ade95b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2ade95b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2ade95b7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2ade95b7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2ade95b7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2ade95b7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3cd7824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3cd7824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2ade95b7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2ade95b7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2ade95b7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2ade95b7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2ade95b7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2ade95b7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2ae0123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2ae0123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3cd78248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3cd78248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3cd78248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3cd78248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Introduction to NumPy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now time to learn about one of the most fundamental libraries of using Python for Quantitative Analysis - NumPy!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NumPy is already included in the environment file provided, but just in case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conda install numpy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NumPy is a numerical library for Python that allows for extremely fast data generation and handling.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utilizes arrays which can efficiently store data (much better than a built-in normal python list).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won’t dive into every single feature of NumPy in this course, it is a huge library.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Instead we will teach you the functions and methods you will be using most often when working with quantitative data.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Once we understand the basics of NumPy we will be ready to move on to working with pandas, which is a data analysis library built directly off of NumPy.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be working directly with pandas more often than with NumPy, but understanding NumPy is crucial to truly mastering pandas.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section will cover the following: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Numpy Arrays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Numpy Indexing and Selection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Numpy Operations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Numpy Exercise (and Solution)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NumPy Arrays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" name="Google Shape;121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NumPy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Indexing and Selection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ctrTitle"/>
          </p:nvPr>
        </p:nvSpPr>
        <p:spPr>
          <a:xfrm>
            <a:off x="311708" y="1085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NumPy Operations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4" name="Google Shape;134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5" name="Google Shape;135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NumPy Exercises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" name="Google Shape;141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" name="Google Shape;142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