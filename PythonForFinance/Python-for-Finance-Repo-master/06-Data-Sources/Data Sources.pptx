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c4e07dad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c4e07dad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2ade95b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2ade95b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2ade95b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2ade95b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3ddac9e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3ddac9e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2ade95b7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2ade95b7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2ade95b7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2ade95b7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2ade95b7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2ade95b7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Sources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discuss two different ways to get financial data with Python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pandas-datareader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Quandl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Pandas-datareader is a separate package that allows you to connect to Google’s Stock API (as well as others) and grab securities data and read it in as a DataFrame!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Quandl is a company that offers a robust python API that allows you to grab data from a variety of sources (some free, some paid).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Quandl is free to use, you need a free API key to do more than 50 free queries a day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Sometimes these libraries have issues if you have a firewall or are based in a certain geographical region.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always provide csv files for you to use for exercises and examples just in case!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show you how to use these tools!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Pandas DataReader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Quandl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