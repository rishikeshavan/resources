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ade95b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ade95b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ade95b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ade95b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ade95b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ade95b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ade95b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ade95b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ade95b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ade95b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a113a4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ea113a4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a113a47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ea113a4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a113a47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ea113a47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a113a4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a113a4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ea113a47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ea113a47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ea113a47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ea113a47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ade95b7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ade95b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a113a47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ea113a47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atplotlib.org/gallery.html" TargetMode="External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lot of financial techniques will require us to be able to visualize our data!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libraries for visualization with Python, we will focus on Matplotlib and pandas’ visualizations (built on top of matplotlib)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won’t cover other libraries in order to really focus on the financial aspects, instead of just visualization.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Other great libraries are seaborn, cufflinks, plotly, bokeh, vincent, etc...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start by covering the basics of Matplotlib.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with that knowledge we will be able to easily leverage pandas visualizations.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have a lecture focusing on time series visualizations.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majority of all our plots in this course will be static (non-interactive), but we will show you a quick trick with jupyter that will allow you to interact with the plots we create!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section will cover the following: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Visualization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Time Series Visualization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Exercises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 Visualization Exercises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is a Python 2D plotting library which produces publication quality figures in a variety of hardcopy formats (png, jpg, etc…) and display plots in environments across platforms.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generate plots, histograms, power spectra, bar charts, errorcharts, scatterplots, etc., with just a few lines of code.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the most powerful and customizable visualization library for Python!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was initially based off MatLab’s plotting capabilities.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People tend to love it or hate it, but either way, it is so fundamental to visualization with Python, you should know the basics of working with it!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get an idea of what is possible, go to: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https://matplotlib.org/gallery.html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basics of matplotlib and its API.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Understanding its core principles will be very helpful later on with pandas!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Visualizations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ctrTitle"/>
          </p:nvPr>
        </p:nvSpPr>
        <p:spPr>
          <a:xfrm>
            <a:off x="34958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