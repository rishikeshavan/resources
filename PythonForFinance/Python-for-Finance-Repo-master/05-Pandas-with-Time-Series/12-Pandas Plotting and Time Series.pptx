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7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4e07da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c4e07da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3cd7665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3cd7665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2ade95b7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2ade95b7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ade95b7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ade95b7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3cd76653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3cd76653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3cd76653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3cd76653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cd76653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cd76653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cd76653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3cd76653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cd7665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3cd7665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cd76653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3cd76653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cd76653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3cd76653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3cd76653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3cd76653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3cd76653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3cd76653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3cd76653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3cd76653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3cd76653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3cd76653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3cd76653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3cd76653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3cd76653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3cd76653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3cd76653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3cd76653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Pandas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Time Series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have an understanding of how to work with pandas for general data let’s go over a few key points of working with time series data with pandas!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majority of our data will be in the form of a time series, with a DateTime index and some corresponding value.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learn how to use pandas’ special time series features to work with this sort of data.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section will cover the following: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DateTime Index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 Resampling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 Shifts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Rolling and Expanding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DateTime Index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the time and date information won’t just be in a separate column, but instead be the actual index!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discover the built in pandas tools for creating and working with a DateTime Index.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Time Resampling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usually get data that has a DateTime Index on a smaller time scale (every day, every hour, etc…)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it is often a good idea to aggregate the data based off some frequency (monthly, quarterly, etc…)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using groupby could solve part of this issue, a simple groupby isn’t “smart” enough to understand things like business quarters or business year starts.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Luckily, pandas has frequency sampling tools to help with this!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learn about this, we will use a stock market data set of Walmart prices.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Its located under the time_data folder under the 5-Pandas-with-Time-Series folder.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Time Shifting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Certain models will require us to shift our data forward or backward a certain amount of time steps.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Luckily pandas makes this very easy, let’s find out how!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Rolling and Expanding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pandas’ built-in rolling methods to create things like a rolling mean based off a given time period.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discuss what a rolling method can be used for.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9" name="Google Shape;16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daily financial data can be a bit noisy.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the rolling mean (often called Moving Average) to get more signal about the general trend of the data.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will provide a window of a set time period and then use that to calculate your aggregate statistic (such as the mean).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what this looks like with pandas in our jupyter notebook!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Bollinger Bands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25" y="1291725"/>
            <a:ext cx="8148150" cy="31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