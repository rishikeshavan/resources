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4e07da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c4e07da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ade95b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ade95b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2ade95b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2ade95b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ade95b7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ade95b7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3d1cbe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3d1cbe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3d1cbe98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3d1cbe98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d1cbe98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d1cbe9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Crash Course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get started, let’s have a quick review of how to work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 this is not meant to be a complete comprehensive review of Python, instead it is meant to be a quick overview of how to use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be using the Jupyter Notebook environment for the majority of the course, but please feel free to use any IDE you prefer for Python!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this quick crash course you will have an exercise notebook with a few tasks for you to go through.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that we will go through the solutions notebook.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Crash Course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be covering the following topics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Fundamental Data Types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Comparison and Logical Operators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 Statements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Built-in Python Expressions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Crash Course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